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5c52696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5c52696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5c52696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5c52696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e5c5269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e5c5269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Restaurant Order Management System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32">
                <a:solidFill>
                  <a:schemeClr val="lt1"/>
                </a:solidFill>
              </a:rPr>
              <a:t>Aaryan keni 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30539" lvl="0" marL="457200" marR="33798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293">
                <a:solidFill>
                  <a:schemeClr val="dk1"/>
                </a:solidFill>
              </a:rPr>
              <a:t>Manual, paper-based order taking is slow and highly prone to human error in fast-paced restaurant environments.</a:t>
            </a:r>
            <a:endParaRPr sz="2293">
              <a:solidFill>
                <a:schemeClr val="dk1"/>
              </a:solidFill>
            </a:endParaRPr>
          </a:p>
          <a:p>
            <a:pPr indent="-330539" lvl="0" marL="457200" marR="33798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293">
                <a:solidFill>
                  <a:schemeClr val="dk1"/>
                </a:solidFill>
              </a:rPr>
              <a:t>Once an order is written down, modifying it (adding or removing items) creates confusion and messy records.</a:t>
            </a:r>
            <a:endParaRPr sz="2293">
              <a:solidFill>
                <a:schemeClr val="dk1"/>
              </a:solidFill>
            </a:endParaRPr>
          </a:p>
          <a:p>
            <a:pPr indent="-330539" lvl="0" marL="457200" marR="33798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293">
                <a:solidFill>
                  <a:schemeClr val="dk1"/>
                </a:solidFill>
              </a:rPr>
              <a:t>Calculating the final bill manually takes time and can lead to incorrect pricing.</a:t>
            </a:r>
            <a:endParaRPr sz="2293">
              <a:solidFill>
                <a:schemeClr val="dk1"/>
              </a:solidFill>
            </a:endParaRPr>
          </a:p>
          <a:p>
            <a:pPr indent="-330539" lvl="0" marL="457200" marR="337984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293">
                <a:solidFill>
                  <a:schemeClr val="dk1"/>
                </a:solidFill>
              </a:rPr>
              <a:t>Therefore, a digital platform is required where users can seamlessly place orders, modify their carts dynamically, and generate instant, 100% accurate bills.</a:t>
            </a:r>
            <a:endParaRPr sz="229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3566550" wrap="square" tIns="91425">
            <a:normAutofit fontScale="70000" lnSpcReduction="20000"/>
          </a:bodyPr>
          <a:lstStyle/>
          <a:p>
            <a:pPr indent="-33216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329">
                <a:solidFill>
                  <a:schemeClr val="dk1"/>
                </a:solidFill>
              </a:rPr>
              <a:t>Interactive text-based menu displaying items and prices.</a:t>
            </a:r>
            <a:endParaRPr sz="2329">
              <a:solidFill>
                <a:schemeClr val="dk1"/>
              </a:solidFill>
            </a:endParaRPr>
          </a:p>
          <a:p>
            <a:pPr indent="-33216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329">
                <a:solidFill>
                  <a:schemeClr val="dk1"/>
                </a:solidFill>
              </a:rPr>
              <a:t>Dynamic cart system to continuously add items to an order.</a:t>
            </a:r>
            <a:endParaRPr sz="2329">
              <a:solidFill>
                <a:schemeClr val="dk1"/>
              </a:solidFill>
            </a:endParaRPr>
          </a:p>
          <a:p>
            <a:pPr indent="-33216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329">
                <a:solidFill>
                  <a:schemeClr val="dk1"/>
                </a:solidFill>
              </a:rPr>
              <a:t>Order modification feature to easily remove specific items before checkout.</a:t>
            </a:r>
            <a:endParaRPr sz="2329">
              <a:solidFill>
                <a:schemeClr val="dk1"/>
              </a:solidFill>
            </a:endParaRPr>
          </a:p>
          <a:p>
            <a:pPr indent="-33216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329">
                <a:solidFill>
                  <a:schemeClr val="dk1"/>
                </a:solidFill>
              </a:rPr>
              <a:t>Automated bill generation calculating the exact total cost.</a:t>
            </a:r>
            <a:endParaRPr sz="2329">
              <a:solidFill>
                <a:schemeClr val="dk1"/>
              </a:solidFill>
            </a:endParaRPr>
          </a:p>
          <a:p>
            <a:pPr indent="-33216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329">
                <a:solidFill>
                  <a:schemeClr val="dk1"/>
                </a:solidFill>
              </a:rPr>
              <a:t>Built using Object-Oriented Programming (OOP) in C++.</a:t>
            </a:r>
            <a:endParaRPr sz="2329">
              <a:solidFill>
                <a:schemeClr val="dk1"/>
              </a:solidFill>
            </a:endParaRPr>
          </a:p>
          <a:p>
            <a:pPr indent="-33216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329">
                <a:solidFill>
                  <a:schemeClr val="dk1"/>
                </a:solidFill>
              </a:rPr>
              <a:t>This platform helps restaurant staff manage orders efficiently without mathematical errors.</a:t>
            </a:r>
            <a:endParaRPr sz="232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 (Method/Mind map)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3476550" wrap="square" tIns="91425">
            <a:normAutofit fontScale="77500" lnSpcReduction="10000"/>
          </a:bodyPr>
          <a:lstStyle/>
          <a:p>
            <a:pPr indent="-29876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425">
                <a:solidFill>
                  <a:schemeClr val="dk1"/>
                </a:solidFill>
              </a:rPr>
              <a:t>User starts the application and views the main menu.</a:t>
            </a:r>
            <a:endParaRPr sz="1425">
              <a:solidFill>
                <a:schemeClr val="dk1"/>
              </a:solidFill>
            </a:endParaRPr>
          </a:p>
          <a:p>
            <a:pPr indent="-2987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425">
                <a:solidFill>
                  <a:schemeClr val="dk1"/>
                </a:solidFill>
              </a:rPr>
              <a:t>User browses available food items (Burger, Pizza, Pasta, Cold Coffee).</a:t>
            </a:r>
            <a:endParaRPr sz="1425">
              <a:solidFill>
                <a:schemeClr val="dk1"/>
              </a:solidFill>
            </a:endParaRPr>
          </a:p>
          <a:p>
            <a:pPr indent="-2987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425">
                <a:solidFill>
                  <a:schemeClr val="dk1"/>
                </a:solidFill>
              </a:rPr>
              <a:t>User selects "Place Order" and enters item numbers to build their cart.</a:t>
            </a:r>
            <a:endParaRPr sz="1425">
              <a:solidFill>
                <a:schemeClr val="dk1"/>
              </a:solidFill>
            </a:endParaRPr>
          </a:p>
          <a:p>
            <a:pPr indent="-2987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425">
                <a:solidFill>
                  <a:schemeClr val="dk1"/>
                </a:solidFill>
              </a:rPr>
              <a:t>User can optionally select "Modify Order" to delete an item from the cart.</a:t>
            </a:r>
            <a:endParaRPr sz="1425">
              <a:solidFill>
                <a:schemeClr val="dk1"/>
              </a:solidFill>
            </a:endParaRPr>
          </a:p>
          <a:p>
            <a:pPr indent="-2987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425">
                <a:solidFill>
                  <a:schemeClr val="dk1"/>
                </a:solidFill>
              </a:rPr>
              <a:t>User selects "Generate Bill" to output the final receipt.</a:t>
            </a:r>
            <a:endParaRPr sz="1425">
              <a:solidFill>
                <a:schemeClr val="dk1"/>
              </a:solidFill>
            </a:endParaRPr>
          </a:p>
          <a:p>
            <a:pPr indent="-2987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425">
                <a:solidFill>
                  <a:schemeClr val="dk1"/>
                </a:solidFill>
              </a:rPr>
              <a:t>The system calculates the total, displays the bill, and clears the cart for the next customer.</a:t>
            </a:r>
            <a:endParaRPr sz="142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290"/>
              <a:buFont typeface="Arial"/>
              <a:buNone/>
            </a:pPr>
            <a:r>
              <a:rPr b="1" lang="en-GB" sz="1887">
                <a:solidFill>
                  <a:schemeClr val="dk1"/>
                </a:solidFill>
              </a:rPr>
              <a:t>Technologies Used:</a:t>
            </a:r>
            <a:endParaRPr b="1" sz="1887">
              <a:solidFill>
                <a:schemeClr val="dk1"/>
              </a:solidFill>
            </a:endParaRPr>
          </a:p>
          <a:p>
            <a:pPr indent="-3081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616">
                <a:solidFill>
                  <a:schemeClr val="dk1"/>
                </a:solidFill>
              </a:rPr>
              <a:t>C++</a:t>
            </a:r>
            <a:r>
              <a:rPr lang="en-GB" sz="1616">
                <a:solidFill>
                  <a:schemeClr val="dk1"/>
                </a:solidFill>
              </a:rPr>
              <a:t> – Core programming language.</a:t>
            </a:r>
            <a:endParaRPr sz="1616">
              <a:solidFill>
                <a:schemeClr val="dk1"/>
              </a:solidFill>
            </a:endParaRPr>
          </a:p>
          <a:p>
            <a:pPr indent="-3081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616">
                <a:solidFill>
                  <a:schemeClr val="dk1"/>
                </a:solidFill>
              </a:rPr>
              <a:t>OOP Concepts</a:t>
            </a:r>
            <a:r>
              <a:rPr lang="en-GB" sz="1616">
                <a:solidFill>
                  <a:schemeClr val="dk1"/>
                </a:solidFill>
              </a:rPr>
              <a:t> – Encapsulation via the </a:t>
            </a:r>
            <a:r>
              <a:rPr lang="en-GB" sz="1616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Restaurant</a:t>
            </a:r>
            <a:r>
              <a:rPr lang="en-GB" sz="1616">
                <a:solidFill>
                  <a:schemeClr val="dk1"/>
                </a:solidFill>
              </a:rPr>
              <a:t> class and </a:t>
            </a:r>
            <a:r>
              <a:rPr lang="en-GB" sz="1616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MenuItem</a:t>
            </a:r>
            <a:r>
              <a:rPr lang="en-GB" sz="1616">
                <a:solidFill>
                  <a:schemeClr val="dk1"/>
                </a:solidFill>
              </a:rPr>
              <a:t> structures.</a:t>
            </a:r>
            <a:endParaRPr sz="1616">
              <a:solidFill>
                <a:schemeClr val="dk1"/>
              </a:solidFill>
            </a:endParaRPr>
          </a:p>
          <a:p>
            <a:pPr indent="-3081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616">
                <a:solidFill>
                  <a:schemeClr val="dk1"/>
                </a:solidFill>
              </a:rPr>
              <a:t>Standard Template Library (STL)</a:t>
            </a:r>
            <a:r>
              <a:rPr lang="en-GB" sz="1616">
                <a:solidFill>
                  <a:schemeClr val="dk1"/>
                </a:solidFill>
              </a:rPr>
              <a:t> – </a:t>
            </a:r>
            <a:r>
              <a:rPr lang="en-GB" sz="1616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std::vector</a:t>
            </a:r>
            <a:r>
              <a:rPr lang="en-GB" sz="1616">
                <a:solidFill>
                  <a:schemeClr val="dk1"/>
                </a:solidFill>
              </a:rPr>
              <a:t> for dynamic array resizing when adding/removing items.</a:t>
            </a:r>
            <a:endParaRPr sz="161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3476550" wrap="square" tIns="91425">
            <a:normAutofit fontScale="85000" lnSpcReduction="20000"/>
          </a:bodyPr>
          <a:lstStyle/>
          <a:p>
            <a:pPr indent="-3321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917">
                <a:solidFill>
                  <a:schemeClr val="dk1"/>
                </a:solidFill>
              </a:rPr>
              <a:t>The Restaurant Order Management System simplifies the day-to-day ordering process for dining establishments.</a:t>
            </a:r>
            <a:endParaRPr sz="1917">
              <a:solidFill>
                <a:schemeClr val="dk1"/>
              </a:solidFill>
            </a:endParaRPr>
          </a:p>
          <a:p>
            <a:pPr indent="-3321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917">
                <a:solidFill>
                  <a:schemeClr val="dk1"/>
                </a:solidFill>
              </a:rPr>
              <a:t>It eliminates manual calculation errors and speeds up the billing process significantly.</a:t>
            </a:r>
            <a:endParaRPr sz="1917">
              <a:solidFill>
                <a:schemeClr val="dk1"/>
              </a:solidFill>
            </a:endParaRPr>
          </a:p>
          <a:p>
            <a:pPr indent="-3321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917">
                <a:solidFill>
                  <a:schemeClr val="dk1"/>
                </a:solidFill>
              </a:rPr>
              <a:t>The system demonstrates practical implementation of C++ Object-Oriented Programming and dynamic memory management.</a:t>
            </a:r>
            <a:endParaRPr sz="1917">
              <a:solidFill>
                <a:schemeClr val="dk1"/>
              </a:solidFill>
            </a:endParaRPr>
          </a:p>
          <a:p>
            <a:pPr indent="-3321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917">
                <a:solidFill>
                  <a:schemeClr val="dk1"/>
                </a:solidFill>
              </a:rPr>
              <a:t>This project provides a flexible, user-friendly, and scalable foundation for restaurant management software.</a:t>
            </a:r>
            <a:endParaRPr sz="19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9" name="Google Shape;89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